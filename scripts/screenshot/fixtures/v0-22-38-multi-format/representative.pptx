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356</c:v>
                </c:pt>
                <c:pt idx="2">
                  <c:v>460</c:v>
                </c:pt>
                <c:pt idx="3">
                  <c:v>312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B66"/>
                </a:solidFill>
              </a:defRPr>
            </a:pPr>
            <a:r>
              <a:t>Presentation layout reference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554480"/>
            <a:ext cx="1920240" cy="1920240"/>
          </a:xfrm>
          <a:prstGeom prst="ellipse">
            <a:avLst/>
          </a:prstGeom>
          <a:solidFill>
            <a:srgbClr val="176B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pic>
        <p:nvPicPr>
          <p:cNvPr id="4" name="Picture 3" descr="reference-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417320"/>
            <a:ext cx="4754880" cy="2674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55448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Layout features</a:t>
            </a:r>
          </a:p>
          <a:p>
            <a:pPr>
              <a:defRPr sz="1800"/>
            </a:pPr>
            <a:r>
              <a:t>Absolute positioning</a:t>
            </a:r>
          </a:p>
          <a:p>
            <a:pPr>
              <a:defRPr sz="1800"/>
            </a:pPr>
            <a:r>
              <a:t>Embedded image</a:t>
            </a:r>
          </a:p>
          <a:p>
            <a:pPr>
              <a:defRPr sz="1800"/>
            </a:pPr>
            <a:r>
              <a:t>Japanese 日本語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Chart and navigation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371600"/>
          <a:ext cx="6492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46720" y="1828800"/>
            <a:ext cx="3108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Animations and transitions are intentionally unsupported.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KDV PPTX representative</dc:title>
  <dc:subject/>
  <dc:creator>KDV feasibility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